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artechpartners.com/africa-reports/2024-africa-tech-venture-capital-report" TargetMode="External"/><Relationship Id="rId2" Type="http://schemas.openxmlformats.org/officeDocument/2006/relationships/hyperlink" Target="https://mo.ibrahim.foundation/our-research/data-stories/oda" TargetMode="External"/><Relationship Id="rId3" Type="http://schemas.openxmlformats.org/officeDocument/2006/relationships/hyperlink" Target="https://blog.google/company-news/inside-google/around-the-globe/google-africa/african-developers-creating-opportunities-and-building-future/" TargetMode="External"/><Relationship Id="rId4" Type="http://schemas.openxmlformats.org/officeDocument/2006/relationships/hyperlink" Target="https://ourworldindata.org/data-insights/the-un-projects-that-africas-population-will-double-by-207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entonsacaslaw.com/en/insights/articles/2022/november/7/an-overview-of-the-startup-act-2022" TargetMode="External"/><Relationship Id="rId2" Type="http://schemas.openxmlformats.org/officeDocument/2006/relationships/hyperlink" Target="https://www.parliament.go.ke/node/2317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onyelumelufoundation.org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ourworldindata.org/data-insights/the-un-projects-that-africas-population-will-double-by-2070" TargetMode="External"/><Relationship Id="rId2" Type="http://schemas.openxmlformats.org/officeDocument/2006/relationships/hyperlink" Target="https://mo.ibrahim.foundation/our-research/data-stories/oda" TargetMode="External"/><Relationship Id="rId3" Type="http://schemas.openxmlformats.org/officeDocument/2006/relationships/hyperlink" Target="https://www.dentonsacaslaw.com/en/insights/articles/2022/november/7/an-overview-of-the-startup-act-2022" TargetMode="External"/><Relationship Id="rId4" Type="http://schemas.openxmlformats.org/officeDocument/2006/relationships/hyperlink" Target="https://www.parliament.go.ke/node/2317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ctagrand.com/" TargetMode="External"/><Relationship Id="rId2" Type="http://schemas.openxmlformats.org/officeDocument/2006/relationships/hyperlink" Target="mailto:ceo@tectagrand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oundRect">
            <a:avLst/>
          </a:prstGeom>
          <a:solidFill>
            <a:srgbClr val="1515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 owned IDentity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sovereign autonomous startup factory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 idea to a certified, fundable company.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20116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Africa Applied AI Lab — Application 2026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Gemini · LangGraph · pgvector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49640" y="12344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A1A1F"/>
          </a:solidFill>
          <a:ln/>
        </p:spPr>
      </p:sp>
      <p:sp>
        <p:nvSpPr>
          <p:cNvPr id="9" name="Text 7"/>
          <p:cNvSpPr/>
          <p:nvPr/>
        </p:nvSpPr>
        <p:spPr>
          <a:xfrm>
            <a:off x="8732520" y="12344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IDEA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49640" y="21488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A1A1F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2148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BLUEPRINT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49640" y="30632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A1A1F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30632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49640" y="39776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1A1A1F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39776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CERTIFY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49640" y="489204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48920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FUND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gaps keep African ideas from becoming companies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1515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access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$2.2B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VC into African tech startups in 2024 — about 0.6% of global venture capital, locked behind fragmented, opaque, paperwork-heavy pipelines.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1515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capacity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716K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37960" y="33375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developers (2021) serving 1.5 billion people. Without a technical team, most ideas die before day one.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cost: 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Africa's best ideas stall at the idea stage — for funding they cannot find and code they cannot afford to build.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Partech Africa Tech VC Report 2024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 Ibrahim Foundation — Financing the Africa We Want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&amp; Accenture Africa Developer Ecosystem Report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 population estimate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AI pipeline from idea to fundable company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 collapses months of agency work, legal review, and grant hunting into a single autonomous flow — every step generated, checked, and owned by the founder.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25146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Zero-Question Intake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raw idea becomes a full architectural blueprint — stack, services, schemas, endpoints. No forms, no back-and-forth.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3383280"/>
            <a:ext cx="9692640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4728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E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63040" y="344728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Code Generation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sub-agent swarm writes the codebase with AST-validated syntax across services.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63040" y="4315968"/>
            <a:ext cx="9692640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7997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6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040" y="437997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Certification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checked against Nigeria Startup Act, Kenya Startup Bill, Ethiopia, and AU frameworks — with SHA-256 audit trails.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63040" y="5248656"/>
            <a:ext cx="9692640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31266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63040" y="5312664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Match &amp; Autofill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768-dim semantic matching against a $3B+ African funding catalog, with 94%+ grant-form autofill.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 sentence to a running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A1A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688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sentence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59736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98648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A1A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35808" y="24688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Blueprint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· schemas · endpoints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9744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48656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A1A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85816" y="24688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generation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9752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98664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00545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35824" y="24688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Certify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RegTech rules · audit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0" y="283464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48672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85832" y="24688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match · autofill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the browser: </a:t>
            </a:r>
            <a:pPr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geezcodE Web IDE renders the blueprint, streams the sub-agent build session-by-session, and shows live Monaco code sync — the founder watches their company get built.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artifact is owned and exportable by the founder — the pipeline is a tool, not a gatekeeper.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production-grade AI stack, already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515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swarm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LangGraph-orchestrated parallel builders: Architect Swarm, CodeGen workers, QA runner, Compliance auditor.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5151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model hub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model discovery and routing — the registry scans and selects models per task at runtime.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5151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39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C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engine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768-dim embeddings (text-embedding-004) with pgvector HNSW indexing for grant and idea matching.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515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639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 compliance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4041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MinHash/Jaccard IP originality checks plus SHA-256 hash-chained audit ledgers per certification.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today: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FastAPI microservices · API gateway · Next.js 15 IDE · PostgreSQL/pgvector · Redis · Cloud Run-ready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is the moat — built in, not bolted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 certifies startups against the actual regulatory frameworks they will register under — before they spend a dollar on lawyers.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1A1A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1460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Nigeria Startup Act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251460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1A1A1F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251460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Kenya Startup Bill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2784" y="251460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1A1A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9944" y="251460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Ethiopia Startup Framework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34856" y="251460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1A1A1F"/>
          </a:solidFill>
          <a:ln/>
        </p:spPr>
      </p:sp>
      <p:sp>
        <p:nvSpPr>
          <p:cNvPr id="12" name="Text 10"/>
          <p:cNvSpPr/>
          <p:nvPr/>
        </p:nvSpPr>
        <p:spPr>
          <a:xfrm>
            <a:off x="9272016" y="251460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African Union (AU) Framework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audit trail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verification is hash-chained into an immutable ledger — tamper-proof proof of compliance.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MinHash IP originality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N-gram shingling + Jaccard similarity verify the idea and code are original before certification.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17550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check from CLI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 certify -c nigeria --name 'AfroHealth' returns a verdict in seconds — no appointment needed.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status: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Nigeria Startup Act 2022 — signed into law Oct 2022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Kenya Startup Bill 2022 — passed by National Assembly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Ethiopia &amp; AU rule packs implemented in the AfroID Certify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INCUBATE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$3B+ of African funding, made findable and fillable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$3B+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funding programs tracked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AfroID catalog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18288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Tony Elumelu Foundation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for Startups Africa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Mastercard Foundation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KeNIA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94%+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grant-form autofill accuracy (internal benchmark)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7365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768-dim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matching vectors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358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50+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seeded programs in catalog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 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$3B+ &amp; 50+ — AfroID platform funding catalog (internal)  ·  94%+ — AfroID internal benchmarks  ·  Catalog example: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Tony Elumelu Foundation — US$100M committed to 10,000 African entrepreneurs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AI platform — built, tested, and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515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microservices + gateway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geezcodE browser IDE (Next.js 15)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extension for intake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Terraform + Docker setup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5151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green: lint · typecheck · tests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11/11 platform smoke tests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7/7 end-to-end integration flows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13/13 web pages compile 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15151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6517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 (Cloud Run)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users &amp; certification volume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grant applications filed via AfroID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Model-hub cost optimization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position: pre-launch prototype with a verified core. The 10-week lab is the forcing function to production.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AfroID internal CI pipelines &amp; test suites — full verification evidence pack available on request.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AFRICA,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continent is building — the tooling isn't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1.5B+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across Africa's 54 markets — the world's youngest, fastest-urbanizing population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4340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6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4340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global venture capital reached African startups in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2011680"/>
            <a:ext cx="0" cy="173736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13816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frameworks in the certify engine — Nigeria Startup Act 2022 &amp; Kenya Startup Bill 2022 already passed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09560" y="2011680"/>
            <a:ext cx="0" cy="173736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34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wedge: </a:t>
            </a:r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African founder eventually needs the same three things — code, compliance, capital. AfroID is the first platform to own the full chain, and certification is the defensible layer competitors can't fake — built aligned with the African Union's Agenda 2063 digital-sovereignty mission.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 population estimate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 Ibrahim Foundation (VC share)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Nigeria Startup Act 2022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5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Kenya Startup Bill 2022</a:t>
            </a:r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AfroID Certify engine (framework coverage)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LAB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10 weeks with Google unlocks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1–3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92024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launch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full stack to Cloud Run with Gemini/Vertex wiring; put the IDE and certification flow in real founders' hands.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468880" y="2944368"/>
            <a:ext cx="9052560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C6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4–7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306324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100 certifications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founders across Nigeria, Kenya, and Ethiopia; validate the RegTech engine against real filings; tune matching.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468880" y="4087368"/>
            <a:ext cx="9052560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8–10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420624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in motion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the first grant applications through AfroID's autofill; publish the certification standard as an open benchmark.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ask from the lab: </a:t>
            </a:r>
            <a:pPr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Gemini/Vertex compute, joint product development on the certification standard, and GTM access to the African founder ecosystem.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Solo-built, Africa-first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5151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Yitbarek DH.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&amp; Founder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Addis Ababa, Ethiopia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ceo@tectagrand.com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tectagrand.com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Designed, coded, and tested the entire 10-service platform solo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architecture, AI orchestration, the browser IDE, the compliance engine, and the funding catalog — built end-to-end by one founder, verified by a green CI pipeline.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4480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 owned IDentity — built in Africa, for African founders everywhere.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pPr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Africa owned IDentity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AFROID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Africa owned IDentity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Build. Certify. Fund. — without permission.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Yitbarek DH. · CEO &amp; Founder · Addis Ababa, Ethiopia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Africa Applied AI Lab 2026</a:t>
            </a:r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ctr" indent="0" marL="0">
              <a:buNone/>
            </a:pPr>
            <a:r>
              <a:rPr lang="en-US" sz="120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tectagrand.com</a:t>
            </a:r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algn="ctr" indent="0" marL="0">
              <a:buNone/>
            </a:pPr>
            <a:r>
              <a:rPr lang="en-US" sz="1200" u="sng" dirty="0">
                <a:solidFill>
                  <a:srgbClr val="33EA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ceo@tectagrand.com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AfroID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AfroID — Africa owned IDentity | Google Africa Applied AI Lab 2026</dc:title>
  <dc:subject>PptxGenJS Presentation</dc:subject>
  <dc:creator>AfroID</dc:creator>
  <cp:lastModifiedBy>AfroID</cp:lastModifiedBy>
  <cp:revision>1</cp:revision>
  <dcterms:created xsi:type="dcterms:W3CDTF">2026-08-31T11:22:49Z</dcterms:created>
  <dcterms:modified xsi:type="dcterms:W3CDTF">2026-08-31T11:22:49Z</dcterms:modified>
</cp:coreProperties>
</file>